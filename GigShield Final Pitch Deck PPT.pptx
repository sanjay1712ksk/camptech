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Premium (₹)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160</c:v>
                </c:pt>
                <c:pt idx="4">
                  <c:v>300</c:v>
                </c:pt>
                <c:pt idx="5">
                  <c:v>260</c:v>
                </c:pt>
                <c:pt idx="6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DB-4141-A0FC-C4AF7FE457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7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A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7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F5E60-A58B-D14C-BE12-C4EFA174B586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41D12-560C-3840-9F8E-30882375F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3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8.png" /><Relationship Id="rId7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6.png" /><Relationship Id="rId4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6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.png" /><Relationship Id="rId5" Type="http://schemas.openxmlformats.org/officeDocument/2006/relationships/image" Target="../media/image5.png" /><Relationship Id="rId4" Type="http://schemas.openxmlformats.org/officeDocument/2006/relationships/image" Target="../media/image10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9.png" /><Relationship Id="rId4" Type="http://schemas.openxmlformats.org/officeDocument/2006/relationships/image" Target="../media/image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4" Type="http://schemas.openxmlformats.org/officeDocument/2006/relationships/image" Target="../media/image17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943600" cy="59436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0C9B1">
              <a:alpha val="22000"/>
            </a:srgbClr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GigShield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Income Protection for Gig Workers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5029200" cy="457200"/>
          </a:xfrm>
          <a:prstGeom prst="rect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9B1"/>
                </a:solidFill>
              </a:rPr>
              <a:t>"Protecting daily earnings with real-time intelligence"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040"/>
                </a:solidFill>
              </a:rPr>
              <a:t>Parametric Insurance  ·  Real-Time AI  ·  Zero-Touch Claims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 Have No Safety Net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84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Unpredictable income loss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C0"/>
                </a:solidFill>
              </a:rPr>
              <a:t>No consistent earnings guarantee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157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606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Environmental disruptions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C0"/>
                </a:solidFill>
              </a:rPr>
              <a:t>Rain 🌧  ·  Traffic 🚦  ·  Poor AQI 🌫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130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7033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No existing protection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C0"/>
                </a:solidFill>
              </a:rPr>
              <a:t>Traditional insurance doesn't cover daily wages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69280" y="1234440"/>
            <a:ext cx="320040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69280" y="13716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No system today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protects daily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wage loss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in real-time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669280" y="3566160"/>
            <a:ext cx="3200400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69280" y="3566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$500B+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gig economy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underprotected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GigShield = Real-Time Parametric Insurance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9748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468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Detects disruptions automatically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E6E2"/>
                </a:solidFill>
              </a:rPr>
              <a:t>Weather, AQI, Traffic — no manual input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69748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68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Calculates income loss instantly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E6E2"/>
                </a:solidFill>
              </a:rPr>
              <a:t>Converts environment → delivery efficiency → loss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69748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468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Triggers payouts with zero manual claims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E6E2"/>
                </a:solidFill>
              </a:rPr>
              <a:t>Fully automated from detection to credit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</a:rPr>
              <a:t>👉 Fully automated protection system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INNOVATION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Predict Risk. We Map 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82880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Environment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920240"/>
            <a:ext cx="365760" cy="27432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463040"/>
            <a:ext cx="18288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65760" cy="27432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1828800" cy="1188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Income Loss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Mapping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365760" cy="274320"/>
          </a:xfrm>
          <a:prstGeom prst="rect">
            <a:avLst/>
          </a:prstGeom>
          <a:solidFill>
            <a:srgbClr val="8BA7C0"/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463040"/>
            <a:ext cx="182880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Auto-Trigger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Claims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sets our AI apart: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Explainable AI — not black-box 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Converts environment → efficiency → income loss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Every payout decision is traceable &amp; auditable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Hyper-local, real-time intelligence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834640"/>
            <a:ext cx="320040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8346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B1"/>
                </a:solidFill>
              </a:rPr>
              <a:t>Explainable AI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C9B1"/>
                </a:solidFill>
              </a:rPr>
              <a:t>= Trust at Scale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733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733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Weather + AQI + Traffic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733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6733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Disruption Model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37160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733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6733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Delivery Efficiency ↓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292608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2783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4. Income Loss Calculation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291840" y="292608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2783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7764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5. Risk Score + Triggers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17920" y="2926080"/>
            <a:ext cx="26517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27832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0372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Auto Claim + Payout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217920" y="4160520"/>
            <a:ext cx="265176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of GigShield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Dynamic Weekly Premium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Risk-adaptive pricing aligned to gig income cycles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00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Hyper-Local Analysis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Street-level disruption detection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002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Predictive Risk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0" y="2103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Next-few-hours income risk forecasting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432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918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Parametric Triggers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Automated thresholds — no manual filing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4612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9184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Fraud Detection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42900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Behavior, location &amp; duplicate checks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1792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9184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0372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Zero-Touch Claims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40080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7C0"/>
                </a:solidFill>
              </a:rPr>
              <a:t>End-to-end automation from event to payout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PREMIUM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Premium Adapts to Risk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How it's calculated: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7830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Based on real-time risk score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Reflects income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High-risk periods → higher premium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Low-risk periods → lower premium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Matches gig workers' weekly cycle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Automated Claims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62456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1828800"/>
            <a:ext cx="0" cy="210312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37160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Income Drop Detected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457200" cy="457200"/>
          </a:xfrm>
          <a:prstGeom prst="ellipse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" y="2496312"/>
            <a:ext cx="0" cy="210312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039112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0391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8C"/>
                </a:solidFill>
              </a:rPr>
              <a:t>Active Disruption Verified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" y="3163824"/>
            <a:ext cx="0" cy="210312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706624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7066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Claim Auto-Triggered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64992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" y="3831336"/>
            <a:ext cx="0" cy="210312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37413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374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40"/>
                </a:solidFill>
              </a:rPr>
              <a:t>Fraud Checks (instant)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5840" y="404164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041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Payout Credited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0" y="1325880"/>
            <a:ext cx="338328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</a:rPr>
              <a:t>No Manual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</a:rPr>
              <a:t>Filing.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</a:rPr>
              <a:t>Ever.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57784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E2"/>
                </a:solidFill>
              </a:rPr>
              <a:t>The system detects, verifies,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6E2"/>
                </a:solidFill>
              </a:rPr>
              <a:t>and pays —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FRAUD PREVENTION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Location Validation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Confirms worker was in the affected zone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3192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190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Environmental Verification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Cross-checks weather, AQI, traffic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393192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6499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Behavior Analysis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Flags anomalous claim patterns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6499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Duplicate Detection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Prevents repeat or double claims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</a:rPr>
              <a:t>👉 Ensures trust + system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BLOCKCHAIN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NBFLite — Transparent &amp; Tamper-Proof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Policy Storage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852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A7C0"/>
                </a:solidFill>
              </a:rPr>
              <a:t>Immutable insurance records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916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Claim Records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83280" y="2852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A7C0"/>
                </a:solidFill>
              </a:rPr>
              <a:t>Every claim logged on-chain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9164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Payout Logs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63640" y="2852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A7C0"/>
                </a:solidFill>
              </a:rPr>
              <a:t>Full audit trail for every disbursement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</a:rPr>
              <a:t>Transparent · Tamper-Proof · Auditable by anyone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Gig Workers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99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27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Mobile-First 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947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Designed for on-the-go workers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0992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27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Risk Dashboard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1947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Live risk score + disruption map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0156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Engine Visualizer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Transparent model insights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0156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Seamless Onboarding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E2"/>
                </a:solidFill>
              </a:rPr>
              <a:t>Connect gig account in minutes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DIFFERENTIATORS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GigShield Stands Out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408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Explainable 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7C0"/>
                </a:solidFill>
              </a:rPr>
              <a:t>Not a black-box — every decision is traceable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240280"/>
            <a:ext cx="502920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240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02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276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Direct Income Impact Mapping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7C0"/>
                </a:solidFill>
              </a:rPr>
              <a:t>We calculate exact rupee loss, not probability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2004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145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Fully Automated Insurance Flow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00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7C0"/>
                </a:solidFill>
              </a:rPr>
              <a:t>From disruption to payout — zero human intervention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65760" y="3977640"/>
            <a:ext cx="502920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5760" y="3977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04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0690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Real-Time + Hyper-Local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600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7C0"/>
                </a:solidFill>
              </a:rPr>
              <a:t>Street-level, minute-by-minute intelligence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577840" y="1325880"/>
            <a:ext cx="329184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577840" y="1554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No competitor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combines all four.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5577840" y="2926080"/>
            <a:ext cx="3291840" cy="1783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577840" y="297180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GigShield is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only fully-automated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parametric gig insurer.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User Experiences GigShield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3560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User logs 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3560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9476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Connects gig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43560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9476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Risk calculated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32588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43560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19476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Premium generated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312724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Policy activated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01752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12724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Disruption occurs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196596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3127248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Claim auto-triggered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017520"/>
            <a:ext cx="1965960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127248"/>
            <a:ext cx="411480" cy="4114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Payout credited 💸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VISION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To build a real-time financial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safety net for millions of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</a:rPr>
              <a:t>gig workers globally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4069080"/>
            <a:ext cx="841248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06908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9B1"/>
                </a:solidFill>
              </a:rPr>
              <a:t>Protecting the world's 1.1 billion gig workers — one payout at a time.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0C9B1">
              <a:alpha val="18000"/>
            </a:srgbClr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GigShield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C9B1"/>
                </a:solidFill>
              </a:rPr>
              <a:t>transforms uncertainty into protection.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3383280"/>
            <a:ext cx="5486400" cy="54864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E6E2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GigShield</dc:title>
  <dc:subject>PptxGenJS Presentation</dc:subject>
  <dc:creator>PptxGenJS</dc:creator>
  <cp:lastModifiedBy>Guest User</cp:lastModifiedBy>
  <cp:revision>2</cp:revision>
  <dcterms:created xsi:type="dcterms:W3CDTF">2026-04-17T16:27:55Z</dcterms:created>
  <dcterms:modified xsi:type="dcterms:W3CDTF">2026-04-17T17:05:41Z</dcterms:modified>
</cp:coreProperties>
</file>